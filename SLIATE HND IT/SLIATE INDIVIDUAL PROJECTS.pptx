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54" d="100"/>
          <a:sy n="54" d="100"/>
        </p:scale>
        <p:origin x="71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10/16/2024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Leave management system</a:t>
            </a:r>
            <a:br>
              <a:rPr lang="en-US" dirty="0" smtClean="0"/>
            </a:br>
            <a:r>
              <a:rPr lang="en-US" sz="2800" dirty="0" err="1" smtClean="0"/>
              <a:t>kan</a:t>
            </a:r>
            <a:r>
              <a:rPr lang="en-US" sz="2800" dirty="0" smtClean="0"/>
              <a:t>/it/2023/f/167</a:t>
            </a:r>
            <a:endParaRPr lang="en-US" sz="2800"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2020033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r>
              <a:rPr lang="en-US" dirty="0"/>
              <a:t/>
            </a:r>
            <a:br>
              <a:rPr lang="en-US" dirty="0"/>
            </a:br>
            <a:endParaRPr lang="en-US" dirty="0"/>
          </a:p>
        </p:txBody>
      </p:sp>
      <p:sp>
        <p:nvSpPr>
          <p:cNvPr id="3" name="Content Placeholder 2"/>
          <p:cNvSpPr>
            <a:spLocks noGrp="1"/>
          </p:cNvSpPr>
          <p:nvPr>
            <p:ph idx="1"/>
          </p:nvPr>
        </p:nvSpPr>
        <p:spPr/>
        <p:txBody>
          <a:bodyPr>
            <a:noAutofit/>
          </a:bodyPr>
          <a:lstStyle/>
          <a:p>
            <a:r>
              <a:rPr lang="en-GB" sz="2400" dirty="0"/>
              <a:t>A leave   management   system (LMS) is an essential tool for modern organizations to improve and automate the employee leave   management   process.  Traditionally, managing leave requests, approving and tracking leave balances can be a tedious and error-prone task, often leading to inefficiencies in management   and HR processes. By leveraging  an   integrated   leave   management   system  in C#,  companies  can  provide  employees  with  a user-friendly platform to request  time   off,  while providing managers and HR teams with a centralized system  for   reviewing,   approving  and  monitoring   permission   requests.</a:t>
            </a:r>
            <a:endParaRPr lang="en-US" sz="2400" dirty="0"/>
          </a:p>
          <a:p>
            <a:endParaRPr lang="en-US" sz="2400" dirty="0"/>
          </a:p>
        </p:txBody>
      </p:sp>
    </p:spTree>
    <p:extLst>
      <p:ext uri="{BB962C8B-B14F-4D97-AF65-F5344CB8AC3E}">
        <p14:creationId xmlns:p14="http://schemas.microsoft.com/office/powerpoint/2010/main" val="38148409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a:t>
            </a:r>
            <a:endParaRPr lang="en-US" dirty="0"/>
          </a:p>
        </p:txBody>
      </p:sp>
      <p:sp>
        <p:nvSpPr>
          <p:cNvPr id="3" name="Content Placeholder 2"/>
          <p:cNvSpPr>
            <a:spLocks noGrp="1"/>
          </p:cNvSpPr>
          <p:nvPr>
            <p:ph idx="1"/>
          </p:nvPr>
        </p:nvSpPr>
        <p:spPr/>
        <p:txBody>
          <a:bodyPr/>
          <a:lstStyle/>
          <a:p>
            <a:r>
              <a:rPr lang="en-GB" sz="2400" dirty="0"/>
              <a:t>To develop a robust Leave Management System that streamlines the process of requesting, approving, tracking, and managing employee leaves. The system will ensure better leave management, reduce paperwork, and improve operational efficiency</a:t>
            </a:r>
            <a:r>
              <a:rPr lang="en-GB" dirty="0"/>
              <a:t>.</a:t>
            </a:r>
            <a:endParaRPr lang="en-US" dirty="0"/>
          </a:p>
          <a:p>
            <a:endParaRPr lang="en-US" dirty="0"/>
          </a:p>
        </p:txBody>
      </p:sp>
    </p:spTree>
    <p:extLst>
      <p:ext uri="{BB962C8B-B14F-4D97-AF65-F5344CB8AC3E}">
        <p14:creationId xmlns:p14="http://schemas.microsoft.com/office/powerpoint/2010/main" val="31980070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1"/>
            <a:ext cx="8596668" cy="1320800"/>
          </a:xfrm>
        </p:spPr>
        <p:txBody>
          <a:bodyPr/>
          <a:lstStyle/>
          <a:p>
            <a:r>
              <a:rPr lang="en-US" dirty="0" smtClean="0"/>
              <a:t>Proposed solution</a:t>
            </a:r>
            <a:endParaRPr lang="en-US" dirty="0"/>
          </a:p>
        </p:txBody>
      </p:sp>
      <p:sp>
        <p:nvSpPr>
          <p:cNvPr id="3" name="Content Placeholder 2"/>
          <p:cNvSpPr>
            <a:spLocks noGrp="1"/>
          </p:cNvSpPr>
          <p:nvPr>
            <p:ph idx="1"/>
          </p:nvPr>
        </p:nvSpPr>
        <p:spPr>
          <a:xfrm>
            <a:off x="677334" y="1930401"/>
            <a:ext cx="8596668" cy="4110962"/>
          </a:xfrm>
        </p:spPr>
        <p:txBody>
          <a:bodyPr/>
          <a:lstStyle/>
          <a:p>
            <a:r>
              <a:rPr lang="en-GB" sz="2400" dirty="0"/>
              <a:t>1. User Authentication: Secure login system for employees and administrators.</a:t>
            </a:r>
            <a:endParaRPr lang="en-US" sz="2400" dirty="0"/>
          </a:p>
          <a:p>
            <a:r>
              <a:rPr lang="en-GB" sz="2400" dirty="0"/>
              <a:t>2. Leave Requests: Employees can apply for leave through a user-friendly interface.</a:t>
            </a:r>
            <a:endParaRPr lang="en-US" sz="2400" dirty="0"/>
          </a:p>
          <a:p>
            <a:r>
              <a:rPr lang="en-GB" sz="2400" dirty="0"/>
              <a:t>3. Approval Workflow: Managers can approve/reject leave requests.</a:t>
            </a:r>
            <a:endParaRPr lang="en-US" sz="2400" dirty="0"/>
          </a:p>
          <a:p>
            <a:r>
              <a:rPr lang="en-GB" sz="2400" dirty="0"/>
              <a:t>4. Leave Balance Tracking: Real-time tracking of available leave balance for each employee.</a:t>
            </a:r>
            <a:endParaRPr lang="en-US" sz="2400" dirty="0"/>
          </a:p>
          <a:p>
            <a:r>
              <a:rPr lang="en-GB" sz="2400" dirty="0"/>
              <a:t>5. Leave Types: …</a:t>
            </a:r>
            <a:endParaRPr lang="en-US" sz="2400" dirty="0"/>
          </a:p>
          <a:p>
            <a:endParaRPr lang="en-US" dirty="0"/>
          </a:p>
        </p:txBody>
      </p:sp>
    </p:spTree>
    <p:extLst>
      <p:ext uri="{BB962C8B-B14F-4D97-AF65-F5344CB8AC3E}">
        <p14:creationId xmlns:p14="http://schemas.microsoft.com/office/powerpoint/2010/main" val="35780440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 requirements</a:t>
            </a:r>
            <a:endParaRPr lang="en-US" dirty="0"/>
          </a:p>
        </p:txBody>
      </p:sp>
      <p:sp>
        <p:nvSpPr>
          <p:cNvPr id="3" name="Content Placeholder 2"/>
          <p:cNvSpPr>
            <a:spLocks noGrp="1"/>
          </p:cNvSpPr>
          <p:nvPr>
            <p:ph idx="1"/>
          </p:nvPr>
        </p:nvSpPr>
        <p:spPr/>
        <p:txBody>
          <a:bodyPr>
            <a:normAutofit/>
          </a:bodyPr>
          <a:lstStyle/>
          <a:p>
            <a:r>
              <a:rPr lang="en-GB" sz="2400" dirty="0"/>
              <a:t>Programming Language: C#</a:t>
            </a:r>
            <a:endParaRPr lang="en-US" sz="2400" dirty="0"/>
          </a:p>
          <a:p>
            <a:r>
              <a:rPr lang="en-GB" sz="2400" dirty="0"/>
              <a:t>Framework: .NET Core or ASP.NET MVC</a:t>
            </a:r>
            <a:endParaRPr lang="en-US" sz="2400" dirty="0"/>
          </a:p>
          <a:p>
            <a:r>
              <a:rPr lang="en-GB" sz="2400" dirty="0"/>
              <a:t>Database: SQL Server</a:t>
            </a:r>
            <a:endParaRPr lang="en-US" sz="2400" dirty="0"/>
          </a:p>
          <a:p>
            <a:r>
              <a:rPr lang="en-GB" sz="2400" dirty="0"/>
              <a:t>IDE: Visual Studio</a:t>
            </a:r>
            <a:endParaRPr lang="en-US" sz="2400" dirty="0"/>
          </a:p>
        </p:txBody>
      </p:sp>
    </p:spTree>
    <p:extLst>
      <p:ext uri="{BB962C8B-B14F-4D97-AF65-F5344CB8AC3E}">
        <p14:creationId xmlns:p14="http://schemas.microsoft.com/office/powerpoint/2010/main" val="25723741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63" y="862849"/>
            <a:ext cx="8596312" cy="4625890"/>
          </a:xfrm>
        </p:spPr>
      </p:pic>
    </p:spTree>
    <p:extLst>
      <p:ext uri="{BB962C8B-B14F-4D97-AF65-F5344CB8AC3E}">
        <p14:creationId xmlns:p14="http://schemas.microsoft.com/office/powerpoint/2010/main" val="26134053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6425" y="1418840"/>
            <a:ext cx="8597900" cy="4626744"/>
          </a:xfrm>
        </p:spPr>
      </p:pic>
    </p:spTree>
    <p:extLst>
      <p:ext uri="{BB962C8B-B14F-4D97-AF65-F5344CB8AC3E}">
        <p14:creationId xmlns:p14="http://schemas.microsoft.com/office/powerpoint/2010/main" val="42774149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8381" y="742156"/>
            <a:ext cx="7915275" cy="4838700"/>
          </a:xfrm>
        </p:spPr>
      </p:pic>
    </p:spTree>
    <p:extLst>
      <p:ext uri="{BB962C8B-B14F-4D97-AF65-F5344CB8AC3E}">
        <p14:creationId xmlns:p14="http://schemas.microsoft.com/office/powerpoint/2010/main" val="41139613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5106" y="865187"/>
            <a:ext cx="6981825" cy="5000625"/>
          </a:xfrm>
        </p:spPr>
      </p:pic>
    </p:spTree>
    <p:extLst>
      <p:ext uri="{BB962C8B-B14F-4D97-AF65-F5344CB8AC3E}">
        <p14:creationId xmlns:p14="http://schemas.microsoft.com/office/powerpoint/2010/main" val="12968513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9288" y="543908"/>
            <a:ext cx="8596312" cy="5009771"/>
          </a:xfrm>
        </p:spPr>
      </p:pic>
    </p:spTree>
    <p:extLst>
      <p:ext uri="{BB962C8B-B14F-4D97-AF65-F5344CB8AC3E}">
        <p14:creationId xmlns:p14="http://schemas.microsoft.com/office/powerpoint/2010/main" val="3153379016"/>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TotalTime>
  <Words>225</Words>
  <Application>Microsoft Office PowerPoint</Application>
  <PresentationFormat>Widescreen</PresentationFormat>
  <Paragraphs>16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Trebuchet MS</vt:lpstr>
      <vt:lpstr>Wingdings 3</vt:lpstr>
      <vt:lpstr>Facet</vt:lpstr>
      <vt:lpstr>Leave management system kan/it/2023/f/167</vt:lpstr>
      <vt:lpstr>Introduction </vt:lpstr>
      <vt:lpstr>objective</vt:lpstr>
      <vt:lpstr>Proposed solution</vt:lpstr>
      <vt:lpstr>Resource requirements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Leave management system kan/it/2023/f/167</dc:title>
  <dc:creator>DELL</dc:creator>
  <cp:lastModifiedBy>DELL</cp:lastModifiedBy>
  <cp:revision>3</cp:revision>
  <dcterms:created xsi:type="dcterms:W3CDTF">2024-10-16T18:45:43Z</dcterms:created>
  <dcterms:modified xsi:type="dcterms:W3CDTF">2024-10-16T18:58:07Z</dcterms:modified>
</cp:coreProperties>
</file>